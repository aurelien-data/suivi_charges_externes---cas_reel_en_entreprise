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25B84E-1BAF-6E08-3F79-2A4924D04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64EC9B-735F-EC74-F612-2B26242E6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3F11C2-0D42-BBA6-766F-E4054A57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0C51F7-D5D2-31D5-A2D9-3CC3705B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187A1-7167-CDEF-67DD-B8D774DF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73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662BFA-30F4-1D16-04C6-CF0F03C62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D61049-79DA-8683-0269-152EB201E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A93BE2-E52C-7A1D-287C-006219B08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075D2C-BF1E-E68D-11EF-0A8549370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FAEA7E-ED60-79EF-A520-BA39CBFBA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42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C61158-5DEA-2386-2D6D-9B9AD33F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CE66B7-27DD-628B-C8B3-D07EB43AC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FEE695-69BA-ED1A-D8A5-B7817901C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9A8E42-05CB-AC75-E8CC-1A4EEB0C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4AA57-241D-315B-9031-DB5D0E35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3340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EA7DA-0740-5700-C13A-C46FBE43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2F54BA-F0F8-6861-7BB5-981674AEE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997133-87E3-B1D8-FA52-3A3A7396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C18804-1E09-B04B-76CD-8CB62D5F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A8C30C-E762-4D7A-1806-9FF8868E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7F7FC4-C5DE-3FE6-24A5-0A441DF4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911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99378C-85D6-4A3F-33F3-887B866B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8515EB-D7B5-5DEC-B758-44A617B15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2AA5F3-3AF8-0F28-B002-421A13004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E97C4D3-3CC1-25EE-6974-EA71D8FB2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21F746F-1E28-384C-B0DA-6B40DD718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DF50769-46E0-3140-AB57-14B4B2C7F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311D77A-86E3-8E4F-0A20-017090AF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C554EB-4A44-A5BE-A21D-F3EA3C0D4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094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DED325-67F1-23B9-CA3D-DBF32176C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DEE0E5-BD37-D3DF-9BBC-D3BCF83A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1164E9-14D6-294E-9942-3BFAAE36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4CA42D-0480-004F-9CAA-90415AF9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27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20B06FB-2247-572B-CD47-66D3C054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67AA3F-08E8-10C2-F301-32BE7D9A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25868B-E11D-5445-BA44-9D38EAE4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386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E8732-DFA1-CF47-2993-E8714747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CD1D9C-AF88-C8CE-B02D-4EE88E5D3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1572E0-788E-7D8F-1CFD-B46737414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54AF3D-60C6-5D9E-AEF4-E789E8CC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F4DE2A-BF9B-9A15-085F-FBA95419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3CFE9B-7109-3320-B9F9-41B788AF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944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75EE77-E626-1D7D-EBD1-16B9A0729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AE7F84B-D8C0-15DF-7A49-DD37C964F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B221C3-C889-B4CD-DBF3-CB2201D28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5529D8-5FFB-3093-F74A-1613F293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F033F9-784B-DE21-83B6-5B8ABDABF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48983B-82C7-F135-F464-42D46E97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962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BE25E0-FF53-B6B5-E4B9-6A9A34D5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976C82-309B-ADE7-8A2E-EA20D4A96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BC92CE-CA00-3D0C-7E70-A9AF9275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0F2A9B-729D-22D7-0D8F-DD98495A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5D585F-3D64-0201-C487-62313A41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36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02EB01B-E5D6-244E-D8D4-F765CFE6A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EDC9AD-D9BA-07C7-8EB1-A998F78A5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DCFECE-4668-A355-011E-0EEF69A71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F659DE-D47D-E983-1560-EED8A2F36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6D2914-8996-CD27-B00E-E345FF24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1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8808CDA-9C30-D759-A91D-AE03DFA6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FC910E-8BBF-9F7B-20D5-A1C25391C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EDA4A5-6CC2-520F-950B-6FDB43329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1E73E-241A-495A-BE08-B77344BB3E14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92BE3D-2D32-5754-028F-8B85229C4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74AC15-5C35-1767-4A25-A1A39DCD9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23D32-5A6C-4CD9-BDEF-E7D66A1C3A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93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Tracé&#10;&#10;Le contenu généré par l’IA peut être incorrect.">
            <a:extLst>
              <a:ext uri="{FF2B5EF4-FFF2-40B4-BE49-F238E27FC236}">
                <a16:creationId xmlns:a16="http://schemas.microsoft.com/office/drawing/2014/main" id="{081279BC-3290-F471-52BE-501175239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" y="0"/>
            <a:ext cx="12173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2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78C1FEAB-8067-38A4-8A7C-CB902C557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" y="0"/>
            <a:ext cx="121155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9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26E9E4A4-E75B-5829-00D9-1BC65A9BB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8" y="0"/>
            <a:ext cx="12132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29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3A4C3DF4-FCC2-C058-91F6-635EEC446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" y="0"/>
            <a:ext cx="12166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745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Aurélien PRAT</dc:creator>
  <cp:lastModifiedBy>Aurélien PRAT</cp:lastModifiedBy>
  <cp:revision>1</cp:revision>
  <dcterms:created xsi:type="dcterms:W3CDTF">2026-01-21T22:08:11Z</dcterms:created>
  <dcterms:modified xsi:type="dcterms:W3CDTF">2026-01-21T22:09:59Z</dcterms:modified>
</cp:coreProperties>
</file>